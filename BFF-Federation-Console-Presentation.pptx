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068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EE2939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0B7E5C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" y="736092"/>
            <a:ext cx="768096" cy="76809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0167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3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730" dirty="0"/>
          </a:p>
        </p:txBody>
      </p:sp>
      <p:sp>
        <p:nvSpPr>
          <p:cNvPr id="8" name="Text 6"/>
          <p:cNvSpPr/>
          <p:nvPr/>
        </p:nvSpPr>
        <p:spPr>
          <a:xfrm>
            <a:off x="178308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· BFF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Federation</a:t>
            </a:r>
            <a:endParaRPr lang="en-US" sz="5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federation, every role, one secure platform — the unified digital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nerve-centre to manage, develop and grow Bangladesh football.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FA9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25780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93976" y="5257800"/>
            <a:ext cx="13853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FA9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3976" y="5257800"/>
            <a:ext cx="1385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43884" y="5257800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FA9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3884" y="5257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2025–26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1828" y="52578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FA9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1828" y="5257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&amp; AFC Aligned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Bangladesh Football Federation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football administration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452878" cy="3200400"/>
          </a:xfrm>
          <a:prstGeom prst="roundRect">
            <a:avLst>
              <a:gd name="adj" fmla="val 3728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records, clubs, fixtures and finances live in spreadsheets, paper files and disconnected systems.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8718" y="1783080"/>
            <a:ext cx="2452878" cy="3200400"/>
          </a:xfrm>
          <a:prstGeom prst="roundRect">
            <a:avLst>
              <a:gd name="adj" fmla="val 3728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78758" y="2103120"/>
            <a:ext cx="640080" cy="64008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13" name="Text 11"/>
          <p:cNvSpPr/>
          <p:nvPr/>
        </p:nvSpPr>
        <p:spPr>
          <a:xfrm>
            <a:off x="377875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3038" y="297180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33038" y="347472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transfers, discipline and ticketing are slow, error-prone and hard to audit.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1783080"/>
            <a:ext cx="2452878" cy="3200400"/>
          </a:xfrm>
          <a:prstGeom prst="roundRect">
            <a:avLst>
              <a:gd name="adj" fmla="val 3728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7396" y="2103120"/>
            <a:ext cx="640080" cy="64008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18" name="Text 16"/>
          <p:cNvSpPr/>
          <p:nvPr/>
        </p:nvSpPr>
        <p:spPr>
          <a:xfrm>
            <a:off x="659739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51676" y="297180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slips through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1676" y="347472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players — at home and in the diaspora — go unseen without a structured scouting pipeline.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95994" y="1783080"/>
            <a:ext cx="2452878" cy="3200400"/>
          </a:xfrm>
          <a:prstGeom prst="roundRect">
            <a:avLst>
              <a:gd name="adj" fmla="val 3728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16034" y="2103120"/>
            <a:ext cx="640080" cy="64008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3" name="Text 21"/>
          <p:cNvSpPr/>
          <p:nvPr/>
        </p:nvSpPr>
        <p:spPr>
          <a:xfrm>
            <a:off x="941603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70314" y="2971800"/>
            <a:ext cx="1904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70314" y="347472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lacks a single, real-time picture to make fast, evidence-based decisions.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5257800"/>
            <a:ext cx="10177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incomplete information, missed commercial revenue, and a generation of talent that never reaches the national setup.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0"/>
            <a:ext cx="3840480" cy="3840480"/>
          </a:xfrm>
          <a:prstGeom prst="ellipse">
            <a:avLst/>
          </a:prstGeom>
          <a:solidFill>
            <a:srgbClr val="00684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run — and grow — Bangladesh football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Federation Console unifies every football function — from a grassroots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player's first registration to the national team on match day — into a single,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intelligent system the whole federation works from.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4251960"/>
            <a:ext cx="502920" cy="109728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daily operations — players, clubs, referees, competitions, tickets — in one place.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393192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4251960"/>
            <a:ext cx="502920" cy="109728"/>
          </a:xfrm>
          <a:prstGeom prst="rect">
            <a:avLst/>
          </a:prstGeom>
          <a:solidFill>
            <a:srgbClr val="EE293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4983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track and grow talent through a clear pathway powered by data and AI.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393192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4251960"/>
            <a:ext cx="502920" cy="109728"/>
          </a:xfrm>
          <a:prstGeom prst="rect">
            <a:avLst/>
          </a:prstGeom>
          <a:solidFill>
            <a:srgbClr val="6FC3A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4983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sponsorship, fan engagement and global competitiveness for Bangladesh football.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platform — 23 modules across 6 domains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29968"/>
            <a:ext cx="310896" cy="31089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9339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Management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0976" y="267004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· Clubs · Referees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Discipline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029968"/>
            <a:ext cx="310896" cy="310896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2" name="Text 10"/>
          <p:cNvSpPr/>
          <p:nvPr/>
        </p:nvSpPr>
        <p:spPr>
          <a:xfrm>
            <a:off x="5175504" y="199339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09160" y="267004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· Match Centre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E-Ticketing · Records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029968"/>
            <a:ext cx="310896" cy="310896"/>
          </a:xfrm>
          <a:prstGeom prst="ellipse">
            <a:avLst/>
          </a:prstGeom>
          <a:solidFill>
            <a:srgbClr val="E3A7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33688" y="199339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Analytics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67344" y="267004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· Coaching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Science · Analytics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133088"/>
            <a:ext cx="310896" cy="310896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409651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Affairs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50976" y="477316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· Committees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&amp; Legal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98264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41330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5175504" y="409651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Ecosystem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709160" y="477316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Strategy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6448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49056" y="4133088"/>
            <a:ext cx="310896" cy="310896"/>
          </a:xfrm>
          <a:prstGeom prst="ellipse">
            <a:avLst/>
          </a:prstGeom>
          <a:solidFill>
            <a:srgbClr val="0B7E5C"/>
          </a:solidFill>
          <a:ln/>
        </p:spPr>
      </p:sp>
      <p:sp>
        <p:nvSpPr>
          <p:cNvPr id="28" name="Text 26"/>
          <p:cNvSpPr/>
          <p:nvPr/>
        </p:nvSpPr>
        <p:spPr>
          <a:xfrm>
            <a:off x="8933688" y="4096512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467344" y="477316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AI Scout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Load Analytics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 </a:t>
            </a:r>
            <a:pPr algn="ctr"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 user sees only what their job needs.   </a:t>
            </a:r>
            <a:pPr algn="ctr"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 </a:t>
            </a:r>
            <a:pPr algn="ctr"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source of truth across the federation.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tailored to every 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56716" y="2148840"/>
            <a:ext cx="914400" cy="9144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115671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Admin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794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oversight of the BFF secretariat — every module, every record.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6996" y="2148840"/>
            <a:ext cx="914400" cy="9144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3" name="Text 11"/>
          <p:cNvSpPr/>
          <p:nvPr/>
        </p:nvSpPr>
        <p:spPr>
          <a:xfrm>
            <a:off x="339699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44952" y="324612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/ Scout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81528" y="3794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squads, development pathway and performance analytics.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7276" y="2148840"/>
            <a:ext cx="914400" cy="9144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63727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85232" y="324612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Official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21808" y="3794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fixtures and the live match centre.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77556" y="2148840"/>
            <a:ext cx="914400" cy="914400"/>
          </a:xfrm>
          <a:prstGeom prst="ellipse">
            <a:avLst/>
          </a:prstGeom>
          <a:solidFill>
            <a:srgbClr val="E3A72F"/>
          </a:solidFill>
          <a:ln/>
        </p:spPr>
      </p:sp>
      <p:sp>
        <p:nvSpPr>
          <p:cNvPr id="23" name="Text 21"/>
          <p:cNvSpPr/>
          <p:nvPr/>
        </p:nvSpPr>
        <p:spPr>
          <a:xfrm>
            <a:off x="787755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525512" y="324612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Manager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62088" y="3794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Squad, transfers, ticketing and competition entries.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0" y="1828800"/>
            <a:ext cx="1947672" cy="310896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17836" y="2148840"/>
            <a:ext cx="914400" cy="91440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178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765792" y="324612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Fan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802368" y="3794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teams, fixtures and records — and buy tickets online.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525780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enforced per role, so sensitive player, medical and financial data is only ever seen by the people authorised to see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Management — the federation's backbone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Registration &amp; 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digital registry — every player searchable in seconds, with full profiles, clubs and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0216" y="178308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0296" y="17373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0296" y="213055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manage all squads — men's, women's and youth — formations, call-ups and readiness.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20040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&amp; Licensing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9359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registration, licensing status and compliance across the league pyramid.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0216" y="32461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0296" y="320040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0296" y="359359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registry, grading and match assignments in one transparent workflow.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66344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Discipline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056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transfers, contracts and disciplinary cases with a clear, auditable trail.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0216" y="470916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21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0296" y="466344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Archive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0296" y="5056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legends, eras and milestones that built Bangladesh football.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fan engagement — matchday, digitised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&amp; Fixtures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5798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leagues, cups and brackets; publish the full fixture calendar instantly.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8072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Match Centre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1821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 data, line-ups and results as games unfold.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8313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206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tickets and season passes online with digital QR entry and live sales stats.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457200" cy="4572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554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Stats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303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tables, top scorers and historical records for every competition.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1783080"/>
            <a:ext cx="4233672" cy="4160520"/>
          </a:xfrm>
          <a:prstGeom prst="roundRect">
            <a:avLst>
              <a:gd name="adj" fmla="val 2198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201168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35440" y="2514600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from digital ticket &amp; season-pass sales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80960" y="35935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235440" y="3593592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 the gate — faster, safer entry with QR turnstiles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80960" y="467258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235440" y="4672584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 fans, media and federation in real time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657600" cy="3657600"/>
          </a:xfrm>
          <a:prstGeom prst="ellipse">
            <a:avLst/>
          </a:prstGeom>
          <a:solidFill>
            <a:srgbClr val="00684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at the core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database with a login. AI works for the federation across four fronts —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talent, protecting players, accelerating analysis and answering questions instantly.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788920"/>
            <a:ext cx="658368" cy="658368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Copilot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96112" y="4206240"/>
            <a:ext cx="20299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football assistant. Ask in plain language — “top scorer?”, “next fixture?” — and get instant answers, with one-click navigation anywhere.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7288" y="25146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788920"/>
            <a:ext cx="658368" cy="658368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13" name="Text 11"/>
          <p:cNvSpPr/>
          <p:nvPr/>
        </p:nvSpPr>
        <p:spPr>
          <a:xfrm>
            <a:off x="3721608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36118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Talent Scout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03320" y="4206240"/>
            <a:ext cx="20299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scans players and diaspora prospects, scoring fit and flagging the next generation before rivals spot them.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25146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2788920"/>
            <a:ext cx="658368" cy="658368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0528" y="36118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Analysis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10528" y="4206240"/>
            <a:ext cx="20299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Auto-tags match footage into searchable events — hundreds per game — so analysts spend time on insight, not logging.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61704" y="2514600"/>
            <a:ext cx="2487168" cy="32461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6024" y="2788920"/>
            <a:ext cx="658368" cy="658368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17736" y="36118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Injury AI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317736" y="4206240"/>
            <a:ext cx="20299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workload data turn into early-warning injury risk, keeping key players fit and available.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Talent Scout — finding the next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 for the future of Bangladesh football is talent identification. The AI Scout works around the clock so no talented player — at home or abroad — is missed.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452878" cy="1417320"/>
          </a:xfrm>
          <a:prstGeom prst="roundRect">
            <a:avLst>
              <a:gd name="adj" fmla="val 6452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87168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scanned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8718" y="2377440"/>
            <a:ext cx="2452878" cy="1417320"/>
          </a:xfrm>
          <a:prstGeom prst="roundRect">
            <a:avLst>
              <a:gd name="adj" fmla="val 6452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8718" y="2487168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58718" y="32918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flagged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2377440"/>
            <a:ext cx="2452878" cy="1417320"/>
          </a:xfrm>
          <a:prstGeom prst="roundRect">
            <a:avLst>
              <a:gd name="adj" fmla="val 6452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7356" y="2487168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77356" y="32918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talents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95994" y="2377440"/>
            <a:ext cx="2452878" cy="1417320"/>
          </a:xfrm>
          <a:prstGeom prst="roundRect">
            <a:avLst>
              <a:gd name="adj" fmla="val 6452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5994" y="2487168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95994" y="32918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watchlist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prospect on a fit rating and key traits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global Bangladeshi diaspora for elite recruits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live watchlist scouts can act on immediately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069080"/>
            <a:ext cx="5193792" cy="2057400"/>
          </a:xfrm>
          <a:prstGeom prst="roundRect">
            <a:avLst>
              <a:gd name="adj" fmla="val 4444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663440"/>
            <a:ext cx="4553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stronger national talent pool — and a structured pipeline that turns raw potential into future internationals for both the men's and women's game.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science — keeping players fit &amp; available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48656" cy="1325880"/>
          </a:xfrm>
          <a:prstGeom prst="roundRect">
            <a:avLst>
              <a:gd name="adj" fmla="val 6897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67128"/>
            <a:ext cx="640080" cy="64008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02996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Load Monitoring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432304"/>
            <a:ext cx="3922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sprints and high-speed running tracked per player, every session.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0216" y="1828800"/>
            <a:ext cx="5248656" cy="1325880"/>
          </a:xfrm>
          <a:prstGeom prst="roundRect">
            <a:avLst>
              <a:gd name="adj" fmla="val 6897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2824" y="2167128"/>
            <a:ext cx="640080" cy="64008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13" name="Text 11"/>
          <p:cNvSpPr/>
          <p:nvPr/>
        </p:nvSpPr>
        <p:spPr>
          <a:xfrm>
            <a:off x="6592824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97496" y="202996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Injury-Risk Early Warning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97496" y="2432304"/>
            <a:ext cx="3922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ratios flag players at risk — Optimal, Monitor or High-risk — before injuries happen.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248656" cy="1325880"/>
          </a:xfrm>
          <a:prstGeom prst="roundRect">
            <a:avLst>
              <a:gd name="adj" fmla="val 6897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372160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721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58444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Pipeline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986784"/>
            <a:ext cx="3922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flows from ingest → AI auto-tagging → analyst review → published clip packs.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0216" y="3383280"/>
            <a:ext cx="5248656" cy="1325880"/>
          </a:xfrm>
          <a:prstGeom prst="roundRect">
            <a:avLst>
              <a:gd name="adj" fmla="val 6897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2824" y="3721608"/>
            <a:ext cx="640080" cy="640080"/>
          </a:xfrm>
          <a:prstGeom prst="ellipse">
            <a:avLst/>
          </a:prstGeom>
          <a:solidFill>
            <a:srgbClr val="E3A72F"/>
          </a:solidFill>
          <a:ln/>
        </p:spPr>
      </p:sp>
      <p:sp>
        <p:nvSpPr>
          <p:cNvPr id="23" name="Text 21"/>
          <p:cNvSpPr/>
          <p:nvPr/>
        </p:nvSpPr>
        <p:spPr>
          <a:xfrm>
            <a:off x="6592824" y="3721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✪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97496" y="3584448"/>
            <a:ext cx="3922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Management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97496" y="3986784"/>
            <a:ext cx="3922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licensing and continuous development for the nation's coaches.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injuries  ·  </a:t>
            </a:r>
            <a:pPr algn="ctr"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training loads  ·  </a:t>
            </a:r>
            <a:pPr algn="ctr"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opponent analysis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pathway — grassroots to national elite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the system tracks sits on one continuous development ladder, so the federation can see — and feed — the talent pipeline at every level.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U-8 – U-12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2395728"/>
            <a:ext cx="6583680" cy="457200"/>
          </a:xfrm>
          <a:prstGeom prst="roundRect">
            <a:avLst>
              <a:gd name="adj" fmla="val 16000"/>
            </a:avLst>
          </a:prstGeom>
          <a:solidFill>
            <a:srgbClr val="2F72E3"/>
          </a:solidFill>
          <a:ln/>
        </p:spPr>
      </p:sp>
      <p:sp>
        <p:nvSpPr>
          <p:cNvPr id="10" name="Text 8"/>
          <p:cNvSpPr/>
          <p:nvPr/>
        </p:nvSpPr>
        <p:spPr>
          <a:xfrm>
            <a:off x="105613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14,200  players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U-13 – U-15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3145536"/>
            <a:ext cx="5684944" cy="457200"/>
          </a:xfrm>
          <a:prstGeom prst="roundRect">
            <a:avLst>
              <a:gd name="adj" fmla="val 16000"/>
            </a:avLst>
          </a:prstGeom>
          <a:solidFill>
            <a:srgbClr val="0B7E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62584" y="3145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3,850  players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National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U-16 – U-17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3895344"/>
            <a:ext cx="4449352" cy="457200"/>
          </a:xfrm>
          <a:prstGeom prst="roundRect">
            <a:avLst>
              <a:gd name="adj" fmla="val 16000"/>
            </a:avLst>
          </a:prstGeom>
          <a:solidFill>
            <a:srgbClr val="E3A72F"/>
          </a:solidFill>
          <a:ln/>
        </p:spPr>
      </p:sp>
      <p:sp>
        <p:nvSpPr>
          <p:cNvPr id="18" name="Text 16"/>
          <p:cNvSpPr/>
          <p:nvPr/>
        </p:nvSpPr>
        <p:spPr>
          <a:xfrm>
            <a:off x="8426992" y="38953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 players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608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National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U-18 – U-20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4645152"/>
            <a:ext cx="3880103" cy="457200"/>
          </a:xfrm>
          <a:prstGeom prst="roundRect">
            <a:avLst>
              <a:gd name="adj" fmla="val 16000"/>
            </a:avLst>
          </a:prstGeom>
          <a:solidFill>
            <a:srgbClr val="EE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57743" y="4645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 players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358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Elite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650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U-23 – Senior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5394960"/>
            <a:ext cx="2665700" cy="457200"/>
          </a:xfrm>
          <a:prstGeom prst="roundRect">
            <a:avLst>
              <a:gd name="adj" fmla="val 16000"/>
            </a:avLst>
          </a:prstGeom>
          <a:solidFill>
            <a:srgbClr val="EE2939"/>
          </a:solidFill>
          <a:ln/>
        </p:spPr>
      </p:sp>
      <p:sp>
        <p:nvSpPr>
          <p:cNvPr id="26" name="Text 24"/>
          <p:cNvSpPr/>
          <p:nvPr/>
        </p:nvSpPr>
        <p:spPr>
          <a:xfrm>
            <a:off x="6643340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players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0" y="6199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shown on a logarithmic scale to keep every stage visible.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 &amp; digital maturity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Smart-stadium ready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&amp; QR e-ticketing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&amp; goal-line technology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floodlights &amp; HD displays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IP-CCTV crowd analytics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Stadium-wide 5G / Wi-Fi 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233172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817352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2633472"/>
            <a:ext cx="4690872" cy="146304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633472"/>
            <a:ext cx="4127967" cy="146304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04495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digitization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817352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3346704"/>
            <a:ext cx="4690872" cy="146304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3346704"/>
            <a:ext cx="3565063" cy="146304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75818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adoption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817352" y="37581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4059936"/>
            <a:ext cx="4690872" cy="146304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4059936"/>
            <a:ext cx="2861432" cy="146304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4714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17352" y="4471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4773168"/>
            <a:ext cx="4690872" cy="146304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4773168"/>
            <a:ext cx="2533071" cy="146304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1846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decisions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817352" y="5184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5486400"/>
            <a:ext cx="4690872" cy="146304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5486400"/>
            <a:ext cx="1970166" cy="146304"/>
          </a:xfrm>
          <a:prstGeom prst="roundRect">
            <a:avLst>
              <a:gd name="adj" fmla="val 50000"/>
            </a:avLst>
          </a:prstGeom>
          <a:solidFill>
            <a:srgbClr val="E3A72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strength &amp; good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৳33Cr+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sponsorship value tracked across tiers, renewals and pipeline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20116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72584" y="274320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trail for transfers, discipline and decisions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828800"/>
            <a:ext cx="3392424" cy="18288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0768" y="20116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view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30768" y="274320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committees, regulations and legal — transparent governance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08792" cy="2011680"/>
          </a:xfrm>
          <a:prstGeom prst="roundRect">
            <a:avLst>
              <a:gd name="adj" fmla="val 4545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&amp; partnership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every commercial partner — Title, Official Partner, Supplier and Regional — in one register: deal values, contract windows, renewals due and the negotiation pipeline.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sees the federation's full commercial picture at a glance, making sponsorship easier to grow and retain.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Console develops Bangladesh football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talent found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scouting + grassroots tracking widen and deepen the national pool.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173736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11680"/>
            <a:ext cx="457200" cy="45720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66944" y="19933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stay fit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2584" y="260604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injury AI keeps key internationals available for selection.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01168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99339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60604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gives leadership one clear, evidence-based picture.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9593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finances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ticketing and sponsorship tools grow federation revenue.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98264" y="370332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39776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6944" y="39593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fans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72584" y="45720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results, records and online tickets bring supporters closer.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56448" y="370332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3977640"/>
            <a:ext cx="457200" cy="45720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39593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credibility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45720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FIFA/AFC-aligned, modern governance raises Bangladesh's standing.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secure &amp; accessible anywhere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57400"/>
            <a:ext cx="603504" cy="60350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15468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 — no installs. Works on desktop, tablet and phone.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7288" y="178308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057400"/>
            <a:ext cx="603504" cy="60350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3" name="Text 11"/>
          <p:cNvSpPr/>
          <p:nvPr/>
        </p:nvSpPr>
        <p:spPr>
          <a:xfrm>
            <a:off x="3721608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and globally reachable, deployed on modern cloud infrastructure.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78308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2057400"/>
            <a:ext cx="603504" cy="60350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0528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315468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protect player, medical and financial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61704" y="178308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EF4F1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6024" y="2057400"/>
            <a:ext cx="603504" cy="60350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17736" y="27889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7736" y="315468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 from a pilot to the full national football ecosystem.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00684A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4590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— TRY IT TODAY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864608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alam689.github.io/Bangladesh-Football-Federation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544068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accounts:  </a:t>
            </a:r>
            <a:pPr indent="0" marL="0">
              <a:buNone/>
            </a:pPr>
            <a:r>
              <a:rPr lang="en-US" sz="130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Coach · Referee · Club · Fan</a:t>
            </a:r>
            <a:pPr indent="0" marL="0">
              <a:buNone/>
            </a:pPr>
            <a:r>
              <a:rPr lang="en-US" sz="13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Password:  </a:t>
            </a:r>
            <a:pPr indent="0" marL="0">
              <a:buNone/>
            </a:pPr>
            <a:r>
              <a:rPr lang="en-US" sz="1300" dirty="0">
                <a:solidFill>
                  <a:srgbClr val="CD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bff12345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— low risk, fast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Federation  ·  Digital Federation Console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10268712" cy="45720"/>
          </a:xfrm>
          <a:prstGeom prst="rect">
            <a:avLst/>
          </a:prstGeom>
          <a:solidFill>
            <a:srgbClr val="E3EDE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5688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30358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3310128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6908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registry, clubs, national teams &amp; fixtures live. Single source of truth established.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2075688"/>
            <a:ext cx="457200" cy="457200"/>
          </a:xfrm>
          <a:prstGeom prst="ellipse">
            <a:avLst/>
          </a:prstGeom>
          <a:solidFill>
            <a:srgbClr val="0E6B8C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47288" y="283464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30358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310128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Commerce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03320" y="406908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E-ticketing, match centre and sponsorship management drive engagement and revenue.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0216" y="2075688"/>
            <a:ext cx="457200" cy="457200"/>
          </a:xfrm>
          <a:prstGeom prst="ellipse">
            <a:avLst/>
          </a:prstGeom>
          <a:solidFill>
            <a:srgbClr val="E3A72F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4496" y="283464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0528" y="30358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310128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0528" y="406908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Scout, sports-science and video analytics deepen talent and performance.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07424" y="2075688"/>
            <a:ext cx="457200" cy="457200"/>
          </a:xfrm>
          <a:prstGeom prst="ellipse">
            <a:avLst/>
          </a:prstGeom>
          <a:solidFill>
            <a:srgbClr val="EE2939"/>
          </a:solidFill>
          <a:ln/>
        </p:spPr>
      </p:sp>
      <p:sp>
        <p:nvSpPr>
          <p:cNvPr id="26" name="Text 24"/>
          <p:cNvSpPr/>
          <p:nvPr/>
        </p:nvSpPr>
        <p:spPr>
          <a:xfrm>
            <a:off x="910742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61704" y="283464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17736" y="30358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17736" y="3310128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17736" y="406908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Smart-stadium integration, public portals and full data-driven governance.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delivered:  </a:t>
            </a:r>
            <a:pPr algn="ctr" indent="0" marL="0">
              <a:buNone/>
            </a:pPr>
            <a:r>
              <a:rPr lang="en-US" sz="135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AI-enabled platform — live and ready to demo today.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68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EE2939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886968"/>
            <a:ext cx="877824" cy="87782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3349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2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12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football — together.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federation. Every role. One intelligent platform.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2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754880"/>
            <a:ext cx="10177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5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alam689.github.io/Bangladesh-Football-Federation</a:t>
            </a:r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Demo login:  </a:t>
            </a:r>
            <a:pPr indent="0" marL="0">
              <a:buNone/>
            </a:pPr>
            <a:r>
              <a:rPr lang="en-US" sz="15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/  bff12345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BFF Digital Federation Console</dc:title>
  <dc:subject>PptxGenJS Presentation</dc:subject>
  <dc:creator>Bangladesh Football Federation</dc:creator>
  <cp:lastModifiedBy>Bangladesh Football Federation</cp:lastModifiedBy>
  <cp:revision>1</cp:revision>
  <dcterms:created xsi:type="dcterms:W3CDTF">2026-06-30T04:48:04Z</dcterms:created>
  <dcterms:modified xsi:type="dcterms:W3CDTF">2026-06-30T04:48:04Z</dcterms:modified>
</cp:coreProperties>
</file>